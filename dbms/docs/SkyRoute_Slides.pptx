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SkyRoute: Airline Ticket &amp; Baggage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Multi-airport DBMS mini project — MySQL 8.0, database skyroute_db</a:t>
            </a:r>
          </a:p>
          <a:p>
            <a:pPr/>
            <a:r>
              <a:rPr sz="2000"/>
              <a:t>•  5 airports, 3 airlines, 140 dated departures, ~14,000 bookings</a:t>
            </a:r>
          </a:p>
          <a:p>
            <a:pPr/>
            <a:r>
              <a:rPr sz="2000"/>
              <a:t>•  Every manual-system failure maps to one database mechanism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Duplicate seat booking by concurrent agents</a:t>
            </a:r>
          </a:p>
          <a:p>
            <a:pPr/>
            <a:r>
              <a:rPr sz="2000"/>
              <a:t>•  Gate assignment clashes between flights</a:t>
            </a:r>
          </a:p>
          <a:p>
            <a:pPr/>
            <a:r>
              <a:rPr sz="2000"/>
              <a:t>•  Baggage fee miscalculated above 20 kg</a:t>
            </a:r>
          </a:p>
          <a:p>
            <a:pPr/>
            <a:r>
              <a:rPr sz="2000"/>
              <a:t>•  No single database across stations; overselling past capacity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Masters: Airport, Airline, Aircraft, Terminal/Gate/Runway</a:t>
            </a:r>
          </a:p>
          <a:p>
            <a:pPr/>
            <a:r>
              <a:rPr sz="2000"/>
              <a:t>•  Flight (timetable) 1—N Flight_Instance (dated departure)</a:t>
            </a:r>
          </a:p>
          <a:p>
            <a:pPr/>
            <a:r>
              <a:rPr sz="2000"/>
              <a:t>•  Passenger 1—N Booking N—1 Instance; Baggage weak entity</a:t>
            </a:r>
          </a:p>
          <a:p>
            <a:pPr/>
            <a:r>
              <a:rPr sz="2000"/>
              <a:t>•  Employee supertype with Pilot / Crew / Ground subtypes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Schema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18 InnoDB tables, surrogate integer PKs, business UNIQUE keys</a:t>
            </a:r>
          </a:p>
          <a:p>
            <a:pPr/>
            <a:r>
              <a:rPr sz="2000"/>
              <a:t>•  Flights carry departure AND arrival airports, CHECK dep &lt;&gt; arr</a:t>
            </a:r>
          </a:p>
          <a:p>
            <a:pPr/>
            <a:r>
              <a:rPr sz="2000"/>
              <a:t>•  UNIQUE(instance, seat): double booking impossible in storage</a:t>
            </a:r>
          </a:p>
          <a:p>
            <a:pPr/>
            <a:r>
              <a:rPr sz="2000"/>
              <a:t>•  UNIQUE(terminal, gate): gate clash impossible in storage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Scale by design +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Flight/Instance split holds unlimited dated departures</a:t>
            </a:r>
          </a:p>
          <a:p>
            <a:pPr/>
            <a:r>
              <a:rPr sz="2000"/>
              <a:t>•  Deterministic generator (seed 42): 14 days, 35–80% load factors</a:t>
            </a:r>
          </a:p>
          <a:p>
            <a:pPr/>
            <a:r>
              <a:rPr sz="2000"/>
              <a:t>•  Machine-verified: zero duplicate seats, all FKs in range</a:t>
            </a:r>
          </a:p>
          <a:p>
            <a:pPr/>
            <a:r>
              <a:rPr sz="2000"/>
              <a:t>•  Knobs: NUM_DAYS, ROUTES, load range — volume on demand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Advanced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flight_board_view: whole departure board in one query</a:t>
            </a:r>
          </a:p>
          <a:p>
            <a:pPr/>
            <a:r>
              <a:rPr sz="2000"/>
              <a:t>•  booking_receipt_view: price + baggage fee (20 kg free, Rs 500/kg)</a:t>
            </a:r>
          </a:p>
          <a:p>
            <a:pPr/>
            <a:r>
              <a:rPr sz="2000"/>
              <a:t>•  trg_booking_capacity: trigger refuses overselling past capacity</a:t>
            </a:r>
          </a:p>
          <a:p>
            <a:pPr/>
            <a:r>
              <a:rPr sz="2000"/>
              <a:t>•  MakeBooking procedure: seat + payment atomically or not at all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Transactions (ACID, demonstrated 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Demo A: booking + payment commit together</a:t>
            </a:r>
          </a:p>
          <a:p>
            <a:pPr/>
            <a:r>
              <a:rPr sz="2000"/>
              <a:t>•  Demo B: failed payment rolls the booking back, seat stays free</a:t>
            </a:r>
          </a:p>
          <a:p>
            <a:pPr/>
            <a:r>
              <a:rPr sz="2000"/>
              <a:t>•  Demo C: two sessions show REPEATABLE READ isolation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Indexing +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No re-indexing of auto-indexed FKs — only workload filters</a:t>
            </a:r>
          </a:p>
          <a:p>
            <a:pPr/>
            <a:r>
              <a:rPr sz="2000"/>
              <a:t>•  4 indexes: status, departure date, surname, bag weight</a:t>
            </a:r>
          </a:p>
          <a:p>
            <a:pPr/>
            <a:r>
              <a:rPr sz="2000"/>
              <a:t>•  Before/after EXPLAIN pairs captured in the test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Access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sky_admin: all privileges; sky_staff: read-write; sky_viewer: read-only</a:t>
            </a:r>
          </a:p>
          <a:p>
            <a:pPr/>
            <a:r>
              <a:rPr sz="2000"/>
              <a:t>•  Grants verified with SHOW GRANTS on the exact database name</a:t>
            </a:r>
          </a:p>
          <a:p>
            <a:pPr/>
            <a:r>
              <a:rPr sz="2000"/>
              <a:t>•  Viewer INSERT denied — least privilege proven, not claimed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30 checks in 8 groups (docs/TESTING.md): joins, analytics,</a:t>
            </a:r>
          </a:p>
          <a:p>
            <a:pPr/>
            <a:r>
              <a:rPr sz="2000"/>
              <a:t>•  constraint rejections, atomicity, demos, EXPLAIN pairs, grants, scale</a:t>
            </a:r>
          </a:p>
          <a:p>
            <a:pPr/>
            <a:r>
              <a:rPr sz="2000"/>
              <a:t>•  Every check states its expected result before the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54000"/>
            <a:ext cx="11176000" cy="10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/>
              <a:t>Conclusion +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1524000"/>
            <a:ext cx="11176000" cy="482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•  All 5 problem items closed by named mechanisms, all tested</a:t>
            </a:r>
          </a:p>
          <a:p>
            <a:pPr/>
            <a:r>
              <a:rPr sz="2000"/>
              <a:t>•  Flask + sqlite3 web project reuses this design with full CRUD</a:t>
            </a:r>
          </a:p>
          <a:p>
            <a:pPr/>
            <a:r>
              <a:rPr sz="2000"/>
              <a:t>•  Demo: departure board, live booking, duplicate-seat refusal, fee receipt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